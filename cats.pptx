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media/image11.jpeg" ContentType="image/jpeg"/>
  <Override PartName="/ppt/media/image12.jpeg" ContentType="image/jpeg"/>
  <Override PartName="/ppt/media/image10.jpeg" ContentType="image/jpeg"/>
  <Override PartName="/ppt/media/image15.png" ContentType="image/png"/>
  <Override PartName="/ppt/media/image13.png" ContentType="image/png"/>
  <Override PartName="/ppt/media/image16.png" ContentType="image/png"/>
  <Override PartName="/ppt/media/image9.jpeg" ContentType="image/jpeg"/>
  <Override PartName="/ppt/media/image8.jpeg" ContentType="image/jpeg"/>
  <Override PartName="/ppt/media/image7.jpeg" ContentType="image/jpeg"/>
  <Override PartName="/ppt/media/image20.png" ContentType="image/png"/>
  <Override PartName="/ppt/media/image22.png" ContentType="image/png"/>
  <Override PartName="/ppt/media/image19.png" ContentType="image/png"/>
  <Override PartName="/ppt/media/image21.png" ContentType="image/png"/>
  <Override PartName="/ppt/media/image4.jpeg" ContentType="image/jpeg"/>
  <Override PartName="/ppt/media/image14.png" ContentType="image/png"/>
  <Override PartName="/ppt/media/image1.jpeg" ContentType="image/jpeg"/>
  <Override PartName="/ppt/media/image18.png" ContentType="image/png"/>
  <Override PartName="/ppt/media/image17.png" ContentType="image/png"/>
  <Override PartName="/ppt/media/image5.jpeg" ContentType="image/jpeg"/>
  <Override PartName="/ppt/media/image6.jpeg" ContentType="image/jpeg"/>
  <Override PartName="/ppt/media/image3.jpeg" ContentType="image/jpeg"/>
  <Override PartName="/ppt/media/image2.jpeg" ContentType="image/jpeg"/>
  <Override PartName="/ppt/presentation.xml" ContentType="application/vnd.openxmlformats-officedocument.presentationml.presentation.main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5.xml" ContentType="application/vnd.openxmlformats-officedocument.theme+xml"/>
  <Override PartName="/ppt/theme/theme1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6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</p:sld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ffffff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ffffff"/>
                </a:solidFill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230333097094"/>
          <c:y val="0.904451827242525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50406359"/>
        <c:axId val="84434034"/>
      </c:barChart>
      <c:catAx>
        <c:axId val="50406359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84434034"/>
        <c:crosses val="autoZero"/>
        <c:auto val="1"/>
        <c:lblAlgn val="ctr"/>
        <c:lblOffset val="100"/>
        <c:noMultiLvlLbl val="0"/>
      </c:catAx>
      <c:valAx>
        <c:axId val="84434034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5040635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22312968"/>
        <c:axId val="14209845"/>
      </c:barChart>
      <c:catAx>
        <c:axId val="22312968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14209845"/>
        <c:crosses val="autoZero"/>
        <c:auto val="1"/>
        <c:lblAlgn val="ctr"/>
        <c:lblOffset val="100"/>
        <c:noMultiLvlLbl val="0"/>
      </c:catAx>
      <c:valAx>
        <c:axId val="14209845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22312968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99459072"/>
        <c:axId val="87044937"/>
      </c:barChart>
      <c:catAx>
        <c:axId val="99459072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87044937"/>
        <c:crosses val="autoZero"/>
        <c:auto val="1"/>
        <c:lblAlgn val="ctr"/>
        <c:lblOffset val="100"/>
        <c:noMultiLvlLbl val="0"/>
      </c:catAx>
      <c:valAx>
        <c:axId val="87044937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99459072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2301CB-A6DF-4A2D-A270-FA26AB500E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39F61DC-06F8-46DD-9C2E-EEB4153A79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6163CE9-DC62-4374-BB2C-3E83AEC17C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B2E26AE-BD62-4FC5-A914-34A88EE167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B211FBD-CF32-4AD9-B2FD-23C4B30A50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5410B4A-584D-4726-8F54-C92F65ADD3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73BA870-03C8-4CD7-9C70-BB8E47DCD2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2FAD179-1C71-4485-BA05-0A05A00628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B7E6A0A-525D-4250-AF4E-8028474575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0BA4392-C5D8-49E7-846C-E62D08D961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B45C5FB-8BB4-49AB-8003-1943FEE473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8C83B243-6C0D-4065-B40F-5F48477C80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A96E7FB-3F49-45ED-A1B4-55FB79D9A9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A026FE21-A1B1-4F39-A327-7D46FE69D3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B017646F-F063-48E0-AA2C-1620850F73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14818912-F72A-43FF-9573-10821FBFC3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A0698CE6-52E2-4643-9898-4327BB219A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D47E4860-04A1-4559-AA14-EF44B9F0F8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71E8C38C-A4E9-4206-9376-B129A5BA7F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DCD0D201-060A-47D0-8C1D-04BEB9E609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26B7481D-F075-4E7A-9769-15B77D18E1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F9470F94-2905-40F9-90DB-753CBC1BB9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9EA8CA2-47E5-401D-8DB2-013AB5C1F1D7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84CF5AC-9D26-48BF-B2E6-3C556BD39BF0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B26454B-D52A-4B3D-8A66-0927DA0DE32F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E6103F0-419C-4DC1-BC3A-643AD717A1F9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FF825E2-C07E-4BB9-A040-CD5FC14DC49B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321AEE2-21A5-4ADC-8487-2389988DA0F5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027CFEA-6432-42E2-9622-2CBBF8E68DED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19E92DC-1485-40D8-89EC-8D5FD87B9C94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31B4D8D-743C-4417-A33A-A46AA7273F95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C721513-D1B6-4B1E-AA94-5702662F1E9E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27EF238-A6B8-45B8-89CD-4E20565CAAFD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3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692D5B6-1726-4D9E-A58C-42EAE02F6437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3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E4310AE-3F42-4EB8-92B8-E9786B5A790B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4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23A47F2-39E4-4706-BB69-1DF81CD7A54D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sldNum" idx="4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8F2DD1B-CFB8-4B10-9F6A-80F6412F99E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ldNum" idx="4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E1490A1-C2FD-4EDC-8B11-5D78CC0EACD7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5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C1BDBF2-6174-4EE6-B4D5-7954139D9C5F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Num" idx="5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E768408-6D33-46C7-9A23-4B2134C942C9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Диаграмма 8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5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D119187-53DC-47CF-A7C7-B1B21AE624A5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Диаграмма 7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Num" idx="5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3169DF5-5C42-418C-AEDF-0DBD30F1FD58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Диаграмма 10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0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6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F499E6F-4299-4F6B-BB4E-065291DBADD8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Диаграмма 11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4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Num" idx="6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88AC1FF-6D7B-459C-BC4A-E1928A64F606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883800" y="914400"/>
            <a:ext cx="10119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23 Февраля — День защитника Отечества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914400" y="1828800"/>
            <a:ext cx="594324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День защитника Отечества — один из самых важных 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праздников в России.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В этот день мы поздравляем всех мужчин, 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защищающих нашу страну и наших близких.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Желаем: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Крепкого здоровья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Мужества и силы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Удачи во всех начинаниях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Мирного неба над головой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С праздником, дорогие защитники!</a:t>
            </a:r>
            <a:br>
              <a:rPr sz="1800"/>
            </a:b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3" descr="image.png"/>
          <p:cNvPicPr/>
          <p:nvPr/>
        </p:nvPicPr>
        <p:blipFill>
          <a:blip r:embed="rId1"/>
          <a:stretch/>
        </p:blipFill>
        <p:spPr>
          <a:xfrm>
            <a:off x="6400800" y="1371600"/>
            <a:ext cx="4571640" cy="45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784080" y="914400"/>
            <a:ext cx="103186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ff69b4"/>
                </a:solidFill>
                <a:latin typeface="Montserrat"/>
              </a:rPr>
              <a:t>8 Марта — Международный женский день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914400" y="1828800"/>
            <a:ext cx="594324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Дорогие женщины!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Поздравляем вас с самым весенним 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и прекрасным праздником!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Желаем: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Цветов, улыбок и внимания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Счастья и любви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Успехов во всех делах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Всегда оставаться такими же 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  прекрасными и неповторимыми!</a:t>
            </a:r>
            <a:br>
              <a:rPr sz="1800"/>
            </a:b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Picture 3" descr="image.png"/>
          <p:cNvPicPr/>
          <p:nvPr/>
        </p:nvPicPr>
        <p:blipFill>
          <a:blip r:embed="rId1"/>
          <a:stretch/>
        </p:blipFill>
        <p:spPr>
          <a:xfrm>
            <a:off x="6400800" y="1371600"/>
            <a:ext cx="4571640" cy="45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/>
          <p:nvPr/>
        </p:nvSpPr>
        <p:spPr>
          <a:xfrm>
            <a:off x="2935080" y="914400"/>
            <a:ext cx="6016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ff69b4"/>
                </a:solidFill>
                <a:latin typeface="Montserrat"/>
              </a:rPr>
              <a:t>Вы — наше вдохновение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914400" y="1828800"/>
            <a:ext cx="594324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Женщины — это: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Источник тепла и уюта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Хранительницы семейного очага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Музы и вдохновительницы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Сила и нежность в одном лице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Спасибо вам за вашу заботу, 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любовь и понимание!</a:t>
            </a:r>
            <a:br>
              <a:rPr sz="1800"/>
            </a:b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Picture 3" descr="image.png"/>
          <p:cNvPicPr/>
          <p:nvPr/>
        </p:nvPicPr>
        <p:blipFill>
          <a:blip r:embed="rId1"/>
          <a:stretch/>
        </p:blipFill>
        <p:spPr>
          <a:xfrm>
            <a:off x="6400800" y="1371600"/>
            <a:ext cx="4571640" cy="45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3098880" y="914400"/>
            <a:ext cx="56887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ff69b4"/>
                </a:solidFill>
                <a:latin typeface="Montserrat"/>
              </a:rPr>
              <a:t>Весна начинается с вас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914400" y="1828800"/>
            <a:ext cx="59432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8 Марта — праздник весны и красоты!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Пусть в вашей жизни будет: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🌸 Много цветов и комплиментов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☀️ Яркого солнца и тепла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💖 Любви и гармонии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✨ Волшебства и чудес</a:t>
            </a:r>
            <a:br>
              <a:rPr sz="1800"/>
            </a:b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6393960" y="1440000"/>
            <a:ext cx="5801760" cy="542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"/>
          <p:cNvSpPr/>
          <p:nvPr/>
        </p:nvSpPr>
        <p:spPr>
          <a:xfrm>
            <a:off x="3202560" y="914400"/>
            <a:ext cx="54817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ff69b4"/>
                </a:solidFill>
                <a:latin typeface="Montserrat"/>
              </a:rPr>
              <a:t>Вы достойны лучшего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914400" y="1828800"/>
            <a:ext cx="594324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Желаем вам: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Исполнения всех желаний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Реализации самых смелых планов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Карьерных успехов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Финансового благополучия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Путешествий и открытий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Вы заслуживаете всего самого лучшего!</a:t>
            </a:r>
            <a:br>
              <a:rPr sz="1800"/>
            </a:b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Picture 3" descr="image.png"/>
          <p:cNvPicPr/>
          <p:nvPr/>
        </p:nvPicPr>
        <p:blipFill>
          <a:blip r:embed="rId1"/>
          <a:stretch/>
        </p:blipFill>
        <p:spPr>
          <a:xfrm>
            <a:off x="6400800" y="1371600"/>
            <a:ext cx="4571640" cy="45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"/>
          <p:cNvSpPr/>
          <p:nvPr/>
        </p:nvSpPr>
        <p:spPr>
          <a:xfrm>
            <a:off x="3489120" y="914400"/>
            <a:ext cx="4908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ff69b4"/>
                </a:solidFill>
                <a:latin typeface="Montserrat"/>
              </a:rPr>
              <a:t>Красота и мудрость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914400" y="1828800"/>
            <a:ext cx="5943240" cy="31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В женщине сочетается 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невозможное: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💫 Нежность и сила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🌺 Красота и мудрость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🎨 Творчество и логика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💎 Хрупкость и стойкость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Вы — настоящее чудо природы!</a:t>
            </a:r>
            <a:br>
              <a:rPr sz="1800"/>
            </a:b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Picture 3" descr="image.png"/>
          <p:cNvPicPr/>
          <p:nvPr/>
        </p:nvPicPr>
        <p:blipFill>
          <a:blip r:embed="rId1"/>
          <a:stretch/>
        </p:blipFill>
        <p:spPr>
          <a:xfrm>
            <a:off x="6400800" y="1371600"/>
            <a:ext cx="4571640" cy="45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/>
          <p:nvPr/>
        </p:nvSpPr>
        <p:spPr>
          <a:xfrm>
            <a:off x="3728160" y="914400"/>
            <a:ext cx="44301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ff69b4"/>
                </a:solidFill>
                <a:latin typeface="Montserrat"/>
              </a:rPr>
              <a:t>Семейное счастье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914400" y="1828800"/>
            <a:ext cx="594324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Желаем вам: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Крепкой и любящей семьи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Понимания и поддержки близких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Детского смеха в доме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Уюта и гармонии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Совместных радостных моментов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Семья — это главное богатство!</a:t>
            </a:r>
            <a:br>
              <a:rPr sz="1800"/>
            </a:b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Picture 3" descr="image.png"/>
          <p:cNvPicPr/>
          <p:nvPr/>
        </p:nvPicPr>
        <p:blipFill>
          <a:blip r:embed="rId1"/>
          <a:stretch/>
        </p:blipFill>
        <p:spPr>
          <a:xfrm>
            <a:off x="6400800" y="1371600"/>
            <a:ext cx="4571640" cy="45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3516480" y="914400"/>
            <a:ext cx="48535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ff69b4"/>
                </a:solidFill>
                <a:latin typeface="Montserrat"/>
              </a:rPr>
              <a:t>Здоровье и энергия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914400" y="1828800"/>
            <a:ext cx="594324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Берегите себя!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Желаем: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💪 Крепкого здоровья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⚡ Бодрости и энергии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🧘‍♀️ Душевного равновесия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😊 Оптимизма и радости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🌟 Долгих и счастливых лет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Вы deserve быть счастливыми!</a:t>
            </a:r>
            <a:br>
              <a:rPr sz="1800"/>
            </a:b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Picture 3" descr="image.png"/>
          <p:cNvPicPr/>
          <p:nvPr/>
        </p:nvPicPr>
        <p:blipFill>
          <a:blip r:embed="rId1"/>
          <a:stretch/>
        </p:blipFill>
        <p:spPr>
          <a:xfrm>
            <a:off x="6400800" y="1371600"/>
            <a:ext cx="4571640" cy="45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/>
          <p:nvPr/>
        </p:nvSpPr>
        <p:spPr>
          <a:xfrm>
            <a:off x="2993040" y="914400"/>
            <a:ext cx="59007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ff69b4"/>
                </a:solidFill>
                <a:latin typeface="Montserrat"/>
              </a:rPr>
              <a:t>Творчество и увлечения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914400" y="1828800"/>
            <a:ext cx="594324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Находите время для себя!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Занимайтесь любимым делом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Развивайте таланты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Открывайте новое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Творите и мечтайте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Наслаждайтесь жизнью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Жизнь слишком коротка, 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чтобы не быть счастливой!</a:t>
            </a:r>
            <a:br>
              <a:rPr sz="1800"/>
            </a:b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Picture 3" descr="image.png"/>
          <p:cNvPicPr/>
          <p:nvPr/>
        </p:nvPicPr>
        <p:blipFill>
          <a:blip r:embed="rId1"/>
          <a:stretch/>
        </p:blipFill>
        <p:spPr>
          <a:xfrm>
            <a:off x="6400800" y="1371600"/>
            <a:ext cx="4571640" cy="45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4586400" y="914400"/>
            <a:ext cx="27140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ff69b4"/>
                </a:solidFill>
                <a:latin typeface="Montserrat"/>
              </a:rPr>
              <a:t>С 8 Марта!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914400" y="1828800"/>
            <a:ext cx="594324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Дорогие женщины!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Пусть каждый день будет 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праздником для вас!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🌹 Цветы круглый год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💝 Любовь и забота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🎁 Приятные сюрпризы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🥂 Праздничное настроение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С Международным женским днем!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Ура! Ура! Ура!</a:t>
            </a:r>
            <a:br>
              <a:rPr sz="1800"/>
            </a:b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Picture 3" descr="image.png"/>
          <p:cNvPicPr/>
          <p:nvPr/>
        </p:nvPicPr>
        <p:blipFill>
          <a:blip r:embed="rId1"/>
          <a:stretch/>
        </p:blipFill>
        <p:spPr>
          <a:xfrm>
            <a:off x="6400800" y="1371600"/>
            <a:ext cx="4571640" cy="45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523880" y="2299680"/>
            <a:ext cx="9142920" cy="87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6000" spc="-1" strike="noStrike">
                <a:solidFill>
                  <a:schemeClr val="lt1"/>
                </a:solidFill>
                <a:latin typeface="Times New Roman"/>
              </a:rPr>
              <a:t>Спасибо за внимание!</a:t>
            </a:r>
            <a:endParaRPr b="0" lang="ru-RU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ubTitle"/>
          </p:nvPr>
        </p:nvSpPr>
        <p:spPr>
          <a:xfrm>
            <a:off x="1523880" y="3855960"/>
            <a:ext cx="9142920" cy="232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Times New Roman"/>
              </a:rPr>
              <a:t>Наши контакты: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117105, г. Москва, Варшавское шоссе, д. 16А  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тел.: 8 (499)418-00-02   e-mail: mkramn@inbox.ru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Times New Roman"/>
              </a:rPr>
              <a:t>www.mkramn.ru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LibreOffice/7.6.7.2$Linux_X86_64 LibreOffice_project/60$Build-2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2026-03-07T09:42:07Z</dcterms:modified>
  <cp:revision>53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