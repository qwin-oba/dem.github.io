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ppt/_rels/presentation.xml.rels" ContentType="application/vnd.openxmlformats-package.relationships+xml"/>
  <Override PartName="/ppt/charts/chart2.xml" ContentType="application/vnd.openxmlformats-officedocument.drawingml.chart+xml"/>
  <Override PartName="/ppt/charts/chart1.xml" ContentType="application/vnd.openxmlformats-officedocument.drawingml.chart+xml"/>
  <Override PartName="/ppt/charts/chart4.xml" ContentType="application/vnd.openxmlformats-officedocument.drawingml.chart+xml"/>
  <Override PartName="/ppt/charts/chart3.xml" ContentType="application/vnd.openxmlformats-officedocument.drawingml.chart+xml"/>
  <Override PartName="/ppt/slideLayouts/_rels/slideLayout22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0.xml.rels" ContentType="application/vnd.openxmlformats-package.relationships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presProps.xml" ContentType="application/vnd.openxmlformats-officedocument.presentationml.presProps+xml"/>
  <Override PartName="/ppt/media/image11.jpeg" ContentType="image/jpeg"/>
  <Override PartName="/ppt/media/image12.jpeg" ContentType="image/jpeg"/>
  <Override PartName="/ppt/media/image10.jpeg" ContentType="image/jpeg"/>
  <Override PartName="/ppt/media/image15.png" ContentType="image/png"/>
  <Override PartName="/ppt/media/image13.png" ContentType="image/png"/>
  <Override PartName="/ppt/media/image16.png" ContentType="image/png"/>
  <Override PartName="/ppt/media/image9.jpeg" ContentType="image/jpeg"/>
  <Override PartName="/ppt/media/image8.jpeg" ContentType="image/jpeg"/>
  <Override PartName="/ppt/media/image7.jpeg" ContentType="image/jpeg"/>
  <Override PartName="/ppt/media/image20.png" ContentType="image/png"/>
  <Override PartName="/ppt/media/image22.png" ContentType="image/png"/>
  <Override PartName="/ppt/media/image19.png" ContentType="image/png"/>
  <Override PartName="/ppt/media/image21.png" ContentType="image/png"/>
  <Override PartName="/ppt/media/image4.jpeg" ContentType="image/jpeg"/>
  <Override PartName="/ppt/media/image14.png" ContentType="image/png"/>
  <Override PartName="/ppt/media/image1.jpeg" ContentType="image/jpeg"/>
  <Override PartName="/ppt/media/image18.png" ContentType="image/png"/>
  <Override PartName="/ppt/media/image17.png" ContentType="image/png"/>
  <Override PartName="/ppt/media/image5.jpeg" ContentType="image/jpeg"/>
  <Override PartName="/ppt/media/image6.jpeg" ContentType="image/jpeg"/>
  <Override PartName="/ppt/media/image3.jpeg" ContentType="image/jpeg"/>
  <Override PartName="/ppt/media/image2.jpeg" ContentType="image/jpeg"/>
  <Override PartName="/ppt/presentation.xml" ContentType="application/vnd.openxmlformats-officedocument.presentationml.presentation.main+xml"/>
  <Override PartName="/ppt/theme/theme9.xml" ContentType="application/vnd.openxmlformats-officedocument.theme+xml"/>
  <Override PartName="/ppt/theme/theme16.xml" ContentType="application/vnd.openxmlformats-officedocument.theme+xml"/>
  <Override PartName="/ppt/theme/theme8.xml" ContentType="application/vnd.openxmlformats-officedocument.theme+xml"/>
  <Override PartName="/ppt/theme/theme15.xml" ContentType="application/vnd.openxmlformats-officedocument.theme+xml"/>
  <Override PartName="/ppt/theme/theme7.xml" ContentType="application/vnd.openxmlformats-officedocument.theme+xml"/>
  <Override PartName="/ppt/theme/theme10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5.xml" ContentType="application/vnd.openxmlformats-officedocument.theme+xml"/>
  <Override PartName="/ppt/theme/theme1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6.xml" ContentType="application/vnd.openxmlformats-officedocument.theme+xml"/>
  <Override PartName="/ppt/theme/theme14.xml" ContentType="application/vnd.openxmlformats-officedocument.theme+xml"/>
  <Override PartName="/ppt/theme/theme4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1.xml" ContentType="application/vnd.openxmlformats-officedocument.theme+xml"/>
  <Override PartName="/ppt/theme/theme1.xml" ContentType="application/vnd.openxmlformats-officedocument.theme+xml"/>
  <Override PartName="/ppt/theme/theme2.xml" ContentType="application/vnd.openxmlformats-officedocument.theme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</p:sldMasterIdLst>
  <p:sldIdLst>
    <p:sldId id="256" r:id="rId24"/>
    <p:sldId id="257" r:id="rId25"/>
    <p:sldId id="258" r:id="rId26"/>
    <p:sldId id="259" r:id="rId27"/>
    <p:sldId id="260" r:id="rId28"/>
    <p:sldId id="261" r:id="rId29"/>
    <p:sldId id="262" r:id="rId30"/>
    <p:sldId id="263" r:id="rId31"/>
    <p:sldId id="264" r:id="rId32"/>
    <p:sldId id="265" r:id="rId33"/>
    <p:sldId id="266" r:id="rId34"/>
    <p:sldId id="267" r:id="rId3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" Target="slides/slide1.xml"/><Relationship Id="rId25" Type="http://schemas.openxmlformats.org/officeDocument/2006/relationships/slide" Target="slides/slide2.xml"/><Relationship Id="rId26" Type="http://schemas.openxmlformats.org/officeDocument/2006/relationships/slide" Target="slides/slide3.xml"/><Relationship Id="rId27" Type="http://schemas.openxmlformats.org/officeDocument/2006/relationships/slide" Target="slides/slide4.xml"/><Relationship Id="rId28" Type="http://schemas.openxmlformats.org/officeDocument/2006/relationships/slide" Target="slides/slide5.xml"/><Relationship Id="rId29" Type="http://schemas.openxmlformats.org/officeDocument/2006/relationships/slide" Target="slides/slide6.xml"/><Relationship Id="rId30" Type="http://schemas.openxmlformats.org/officeDocument/2006/relationships/slide" Target="slides/slide7.xml"/><Relationship Id="rId31" Type="http://schemas.openxmlformats.org/officeDocument/2006/relationships/slide" Target="slides/slide8.xml"/><Relationship Id="rId32" Type="http://schemas.openxmlformats.org/officeDocument/2006/relationships/slide" Target="slides/slide9.xml"/><Relationship Id="rId33" Type="http://schemas.openxmlformats.org/officeDocument/2006/relationships/slide" Target="slides/slide10.xml"/><Relationship Id="rId34" Type="http://schemas.openxmlformats.org/officeDocument/2006/relationships/slide" Target="slides/slide11.xml"/><Relationship Id="rId35" Type="http://schemas.openxmlformats.org/officeDocument/2006/relationships/slide" Target="slides/slide12.xml"/><Relationship Id="rId36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lang="ru-RU" sz="1860" spc="-1" strike="noStrike">
                <a:solidFill>
                  <a:srgbClr val="ffffff"/>
                </a:solidFill>
                <a:latin typeface="Calibri"/>
              </a:defRPr>
            </a:pPr>
            <a:r>
              <a:rPr b="0" lang="ru-RU" sz="1860" spc="-1" strike="noStrike">
                <a:solidFill>
                  <a:srgbClr val="ffffff"/>
                </a:solidFill>
                <a:latin typeface="Calibri"/>
              </a:rPr>
              <a:t>Заглавие диаграммы</a:t>
            </a:r>
          </a:p>
        </c:rich>
      </c:tx>
      <c:layout>
        <c:manualLayout>
          <c:xMode val="edge"/>
          <c:yMode val="edge"/>
          <c:x val="0.675215946843854"/>
          <c:y val="0.904379028506878"/>
        </c:manualLayout>
      </c:layout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rgbClr val="40c0ef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rgbClr val="004185"/>
            </a:solidFill>
            <a:ln w="0">
              <a:noFill/>
            </a:ln>
          </c:spPr>
          <c:invertIfNegative val="0"/>
          <c:dPt>
            <c:idx val="1"/>
            <c:invertIfNegative val="0"/>
            <c:spPr>
              <a:solidFill>
                <a:srgbClr val="00cccc"/>
              </a:solidFill>
              <a:ln w="0">
                <a:noFill/>
              </a:ln>
            </c:spPr>
          </c:dPt>
          <c:dLbls>
            <c:dLbl>
              <c:idx val="1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 </c:separator>
            </c:dLbl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rgbClr val="a5a5a5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</c:ser>
        <c:gapWidth val="150"/>
        <c:overlap val="0"/>
        <c:axId val="18501641"/>
        <c:axId val="66854598"/>
      </c:barChart>
      <c:catAx>
        <c:axId val="18501641"/>
        <c:scaling>
          <c:orientation val="minMax"/>
        </c:scaling>
        <c:delete val="0"/>
        <c:axPos val="b"/>
        <c:numFmt formatCode="&quot;Основной&quot;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lang="ru-RU" sz="1195" spc="-1" strike="noStrike">
                <a:solidFill>
                  <a:srgbClr val="ffffff"/>
                </a:solidFill>
                <a:latin typeface="Calibri"/>
              </a:defRPr>
            </a:pPr>
          </a:p>
        </c:txPr>
        <c:crossAx val="66854598"/>
        <c:crosses val="autoZero"/>
        <c:auto val="1"/>
        <c:lblAlgn val="ctr"/>
        <c:lblOffset val="100"/>
        <c:noMultiLvlLbl val="0"/>
      </c:catAx>
      <c:valAx>
        <c:axId val="66854598"/>
        <c:scaling>
          <c:orientation val="minMax"/>
        </c:scaling>
        <c:delete val="0"/>
        <c:axPos val="l"/>
        <c:majorGridlines>
          <c:spPr>
            <a:ln w="9360">
              <a:solidFill>
                <a:srgbClr val="d9d9d9"/>
              </a:solidFill>
              <a:round/>
            </a:ln>
          </c:spPr>
        </c:majorGridlines>
        <c:numFmt formatCode="&quot;Основной&quot;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lang="ru-RU" sz="1195" spc="-1" strike="noStrike">
                <a:solidFill>
                  <a:srgbClr val="595959"/>
                </a:solidFill>
                <a:latin typeface="Calibri"/>
              </a:defRPr>
            </a:pPr>
          </a:p>
        </c:txPr>
        <c:crossAx val="18501641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lang="ru-RU" sz="1195" spc="-1" strike="noStrike">
              <a:solidFill>
                <a:srgbClr val="595959"/>
              </a:solidFill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lang="ru-RU" sz="1860" spc="-1" strike="noStrike">
                <a:solidFill>
                  <a:srgbClr val="595959"/>
                </a:solidFill>
                <a:latin typeface="Calibri"/>
              </a:defRPr>
            </a:pPr>
            <a:r>
              <a:rPr b="0" lang="ru-RU" sz="1860" spc="-1" strike="noStrike">
                <a:solidFill>
                  <a:srgbClr val="595959"/>
                </a:solidFill>
                <a:latin typeface="Calibri"/>
              </a:rPr>
              <a:t>Продажи</a:t>
            </a:r>
          </a:p>
        </c:rich>
      </c:tx>
      <c:overlay val="0"/>
      <c:spPr>
        <a:noFill/>
        <a:ln w="0">
          <a:noFill/>
        </a:ln>
      </c:spPr>
    </c:title>
    <c:autoTitleDeleted val="0"/>
    <c:view3D>
      <c:rotX val="30"/>
      <c:rotY val="0"/>
      <c:rAngAx val="0"/>
      <c:perspective val="30"/>
    </c:view3D>
    <c:floor>
      <c:spPr>
        <a:solidFill>
          <a:srgbClr val="d9d9d9"/>
        </a:solidFill>
        <a:ln w="0">
          <a:noFill/>
        </a:ln>
      </c:spPr>
    </c:floor>
    <c:sideWall>
      <c:spPr>
        <a:solidFill>
          <a:srgbClr val="d9d9d9"/>
        </a:solidFill>
        <a:ln w="0">
          <a:noFill/>
        </a:ln>
      </c:spPr>
    </c:sideWall>
    <c:backWall>
      <c:spPr>
        <a:solidFill>
          <a:srgbClr val="d9d9d9"/>
        </a:solidFill>
        <a:ln w="0">
          <a:noFill/>
        </a:ln>
      </c:spPr>
    </c:backWall>
    <c:plotArea>
      <c:pie3D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Продажи</c:v>
                </c:pt>
              </c:strCache>
            </c:strRef>
          </c:tx>
          <c:spPr>
            <a:solidFill>
              <a:srgbClr val="5b9bd5"/>
            </a:solidFill>
            <a:ln w="0">
              <a:noFill/>
            </a:ln>
          </c:spPr>
          <c:explosion val="0"/>
          <c:dPt>
            <c:idx val="0"/>
            <c:spPr>
              <a:solidFill>
                <a:srgbClr val="00cccc"/>
              </a:solidFill>
              <a:ln w="25560">
                <a:solidFill>
                  <a:srgbClr val="ffffff"/>
                </a:solidFill>
                <a:round/>
              </a:ln>
            </c:spPr>
          </c:dPt>
          <c:dPt>
            <c:idx val="1"/>
            <c:spPr>
              <a:solidFill>
                <a:srgbClr val="1e4590"/>
              </a:solidFill>
              <a:ln w="25560">
                <a:solidFill>
                  <a:srgbClr val="ffffff"/>
                </a:solidFill>
                <a:round/>
              </a:ln>
            </c:spPr>
          </c:dPt>
          <c:dPt>
            <c:idx val="2"/>
            <c:spPr>
              <a:solidFill>
                <a:srgbClr val="40c0ef"/>
              </a:solidFill>
              <a:ln w="25560">
                <a:solidFill>
                  <a:srgbClr val="ffffff"/>
                </a:solidFill>
                <a:round/>
              </a:ln>
            </c:spPr>
          </c:dPt>
          <c:dPt>
            <c:idx val="3"/>
            <c:spPr>
              <a:solidFill>
                <a:srgbClr val="f0dc81"/>
              </a:solidFill>
              <a:ln w="25560">
                <a:solidFill>
                  <a:srgbClr val="ffffff"/>
                </a:solidFill>
                <a:round/>
              </a:ln>
            </c:spPr>
          </c:dPt>
          <c:dLbls>
            <c:dLbl>
              <c:idx val="0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1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2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3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bestFit"/>
            <c:showLegendKey val="0"/>
            <c:showVal val="0"/>
            <c:showCatName val="0"/>
            <c:showSerName val="0"/>
            <c:showPercent val="0"/>
            <c:separator> </c:separator>
            <c:showLeaderLines val="1"/>
          </c:dLbls>
          <c:cat>
            <c:strRef>
              <c:f>categories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8.2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</c:ser>
      </c:pie3DChart>
    </c:plotArea>
    <c:legend>
      <c:legendPos val="b"/>
      <c:overlay val="0"/>
      <c:spPr>
        <a:solidFill>
          <a:srgbClr val="40c0ef"/>
        </a:solidFill>
        <a:ln w="0">
          <a:noFill/>
        </a:ln>
      </c:spPr>
      <c:txPr>
        <a:bodyPr/>
        <a:lstStyle/>
        <a:p>
          <a:pPr>
            <a:defRPr b="0" lang="ru-RU" sz="1195" spc="-1" strike="noStrike">
              <a:solidFill>
                <a:srgbClr val="595959"/>
              </a:solidFill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lang="ru-RU" sz="1860" spc="-1" strike="noStrike">
                <a:solidFill>
                  <a:srgbClr val="595959"/>
                </a:solidFill>
                <a:latin typeface="Calibri"/>
              </a:defRPr>
            </a:pPr>
            <a:r>
              <a:rPr b="0" lang="ru-RU" sz="1860" spc="-1" strike="noStrike">
                <a:solidFill>
                  <a:srgbClr val="595959"/>
                </a:solidFill>
                <a:latin typeface="Calibri"/>
              </a:rPr>
              <a:t>Заглавие диаграммы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rgbClr val="4b80b0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rgbClr val="5b9bd5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rgbClr val="adc5e4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</c:ser>
        <c:gapWidth val="150"/>
        <c:overlap val="0"/>
        <c:axId val="98857932"/>
        <c:axId val="10850777"/>
      </c:barChart>
      <c:catAx>
        <c:axId val="98857932"/>
        <c:scaling>
          <c:orientation val="minMax"/>
        </c:scaling>
        <c:delete val="0"/>
        <c:axPos val="b"/>
        <c:numFmt formatCode="&quot;Основной&quot;" sourceLinked="0"/>
        <c:majorTickMark val="out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b="0" lang="ru-RU" sz="1195" spc="-1" strike="noStrike">
                <a:solidFill>
                  <a:srgbClr val="595959"/>
                </a:solidFill>
                <a:latin typeface="Calibri"/>
              </a:defRPr>
            </a:pPr>
          </a:p>
        </c:txPr>
        <c:crossAx val="10850777"/>
        <c:crosses val="autoZero"/>
        <c:auto val="1"/>
        <c:lblAlgn val="ctr"/>
        <c:lblOffset val="100"/>
        <c:noMultiLvlLbl val="0"/>
      </c:catAx>
      <c:valAx>
        <c:axId val="10850777"/>
        <c:scaling>
          <c:orientation val="minMax"/>
        </c:scaling>
        <c:delete val="0"/>
        <c:axPos val="l"/>
        <c:majorGridlines>
          <c:spPr>
            <a:ln w="9360">
              <a:solidFill>
                <a:srgbClr val="d9d9d9"/>
              </a:solidFill>
              <a:round/>
            </a:ln>
          </c:spPr>
        </c:majorGridlines>
        <c:numFmt formatCode="&quot;Основной&quot;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lang="ru-RU" sz="1195" spc="-1" strike="noStrike">
                <a:solidFill>
                  <a:srgbClr val="595959"/>
                </a:solidFill>
                <a:latin typeface="Calibri"/>
              </a:defRPr>
            </a:pPr>
          </a:p>
        </c:txPr>
        <c:crossAx val="98857932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lang="ru-RU" sz="1195" spc="-1" strike="noStrike">
              <a:solidFill>
                <a:srgbClr val="595959"/>
              </a:solidFill>
              <a:latin typeface="Calibri"/>
            </a:defRPr>
          </a:pPr>
        </a:p>
      </c:txPr>
    </c:legend>
    <c:plotVisOnly val="1"/>
    <c:dispBlanksAs val="zero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lang="ru-RU" sz="1860" spc="-1" strike="noStrike">
                <a:solidFill>
                  <a:srgbClr val="595959"/>
                </a:solidFill>
                <a:latin typeface="Calibri"/>
              </a:defRPr>
            </a:pPr>
            <a:r>
              <a:rPr b="0" lang="ru-RU" sz="1860" spc="-1" strike="noStrike">
                <a:solidFill>
                  <a:srgbClr val="595959"/>
                </a:solidFill>
                <a:latin typeface="Calibri"/>
              </a:rPr>
              <a:t>Заглавие диаграммы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rgbClr val="40c0ef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rgbClr val="ea7551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rgbClr val="00cccc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</c:ser>
        <c:gapWidth val="150"/>
        <c:overlap val="0"/>
        <c:axId val="16077396"/>
        <c:axId val="44165389"/>
      </c:barChart>
      <c:catAx>
        <c:axId val="16077396"/>
        <c:scaling>
          <c:orientation val="minMax"/>
        </c:scaling>
        <c:delete val="0"/>
        <c:axPos val="b"/>
        <c:numFmt formatCode="&quot;Основной&quot;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lang="ru-RU" sz="1195" spc="-1" strike="noStrike">
                <a:solidFill>
                  <a:srgbClr val="595959"/>
                </a:solidFill>
                <a:latin typeface="Calibri"/>
              </a:defRPr>
            </a:pPr>
          </a:p>
        </c:txPr>
        <c:crossAx val="44165389"/>
        <c:crosses val="autoZero"/>
        <c:auto val="1"/>
        <c:lblAlgn val="ctr"/>
        <c:lblOffset val="100"/>
        <c:noMultiLvlLbl val="0"/>
      </c:catAx>
      <c:valAx>
        <c:axId val="44165389"/>
        <c:scaling>
          <c:orientation val="minMax"/>
        </c:scaling>
        <c:delete val="0"/>
        <c:axPos val="l"/>
        <c:majorGridlines>
          <c:spPr>
            <a:ln w="9360">
              <a:solidFill>
                <a:srgbClr val="d9d9d9"/>
              </a:solidFill>
              <a:round/>
            </a:ln>
          </c:spPr>
        </c:majorGridlines>
        <c:numFmt formatCode="&quot;Основной&quot;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lang="ru-RU" sz="1195" spc="-1" strike="noStrike">
                <a:solidFill>
                  <a:srgbClr val="595959"/>
                </a:solidFill>
                <a:latin typeface="Calibri"/>
              </a:defRPr>
            </a:pPr>
          </a:p>
        </c:txPr>
        <c:crossAx val="16077396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lang="ru-RU" sz="1195" spc="-1" strike="noStrike">
              <a:solidFill>
                <a:srgbClr val="595959"/>
              </a:solidFill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02FF1D3-6479-4739-B075-74E2F1D0827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D964A29-7B01-4D18-B011-191D2D51030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753FF2C-214E-4332-A84E-BDA36044F38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E414B6A-23F4-4368-9A76-10E3DA72B1E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EACA98B-945D-44F6-B7FF-79A5F8C95DA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1178D34-5411-4730-92A9-CAFC13263A5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5D8F14A-D546-476F-A3A8-779BF1D8063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5CF9713-F14E-45FD-9432-909BB89B0AE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E563C76-2C9E-4799-8270-78E96867DF0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2BBB60C-9A34-4916-8A77-DAF34046B5A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D1C4CB2D-F1F3-4576-A05F-DF9D1A1CDB5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E41F7B9D-A1A9-4A9D-A24E-C53C8F21C2A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93A7B4E4-D5E4-4326-8D68-80434FB5AFE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EE7A4161-565B-4493-A834-B4D357B143F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B622B861-E833-4ED9-B9D8-4EB1ADAD968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52D0D5F7-529E-4FB7-A233-B6CEBF31B87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D0D60E44-A9FA-4C89-B230-01DA7292F34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FF6098B3-3790-430A-8D74-A63AB8838F2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BF74EBBC-3F77-4665-9906-FB5CB2B92C2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4985A085-91D1-4C9F-BB45-9E3486512A4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77800F74-71DF-4978-8F21-431888A4F25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5"/>
          </p:nvPr>
        </p:nvSpPr>
        <p:spPr/>
        <p:txBody>
          <a:bodyPr/>
          <a:p>
            <a:fld id="{8675B898-1311-4B49-A018-E6BC1CD4395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jpe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2.jpeg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3.jpeg"/><Relationship Id="rId3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5.jpeg"/><Relationship Id="rId3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6.jpeg"/><Relationship Id="rId3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7.jpeg"/><Relationship Id="rId3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8.jpeg"/><Relationship Id="rId3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0.jpeg"/><Relationship Id="rId3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1.jpeg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2.jpeg"/><Relationship Id="rId3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2.jpeg"/><Relationship Id="rId3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12.jpeg"/><Relationship Id="rId3" Type="http://schemas.openxmlformats.org/officeDocument/2006/relationships/chart" Target="../charts/chart1.xml"/><Relationship Id="rId4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12.jpeg"/><Relationship Id="rId3" Type="http://schemas.openxmlformats.org/officeDocument/2006/relationships/chart" Target="../charts/chart2.xml"/><Relationship Id="rId4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12.jpeg"/><Relationship Id="rId3" Type="http://schemas.openxmlformats.org/officeDocument/2006/relationships/chart" Target="../charts/chart3.xml"/><Relationship Id="rId4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12.jpeg"/><Relationship Id="rId3" Type="http://schemas.openxmlformats.org/officeDocument/2006/relationships/chart" Target="../charts/chart4.xml"/><Relationship Id="rId4" Type="http://schemas.openxmlformats.org/officeDocument/2006/relationships/slideLayout" Target="../slideLayouts/slideLayout2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88678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922D13E0-B4BD-479D-9DEA-C33B2B048CBB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1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88678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30376F9E-9BD8-48B2-B2E6-4CAC35499A6D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sldNum" idx="8"/>
          </p:nvPr>
        </p:nvSpPr>
        <p:spPr>
          <a:xfrm>
            <a:off x="88678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8C963DB0-2D6C-4BE5-8E56-0D17A36527A0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ldNum" idx="11"/>
          </p:nvPr>
        </p:nvSpPr>
        <p:spPr>
          <a:xfrm>
            <a:off x="88678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873052C7-20F6-4CB4-9BED-6ED8208FB7B0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4"/>
          </p:nvPr>
        </p:nvSpPr>
        <p:spPr>
          <a:xfrm>
            <a:off x="88678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6EA96144-7D2D-4F91-80E0-BF7D2421599F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sldNum" idx="17"/>
          </p:nvPr>
        </p:nvSpPr>
        <p:spPr>
          <a:xfrm>
            <a:off x="88678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BB85DC5D-F7CA-4B4C-9396-93F0132B5234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0"/>
          </p:nvPr>
        </p:nvSpPr>
        <p:spPr>
          <a:xfrm>
            <a:off x="88678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2A48CABA-84B3-48D6-9A27-7D47A03BED16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ldNum" idx="23"/>
          </p:nvPr>
        </p:nvSpPr>
        <p:spPr>
          <a:xfrm>
            <a:off x="88678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1C975B19-979B-45EE-A7A0-7D47FA6A67EA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ldNum" idx="26"/>
          </p:nvPr>
        </p:nvSpPr>
        <p:spPr>
          <a:xfrm>
            <a:off x="88678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5A54A8AA-58BB-4447-B83E-7759CBFD1CD3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29"/>
          </p:nvPr>
        </p:nvSpPr>
        <p:spPr>
          <a:xfrm>
            <a:off x="88678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C8BAFD40-D3F5-4876-AC53-9FE0E3E06EE3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32"/>
          </p:nvPr>
        </p:nvSpPr>
        <p:spPr>
          <a:xfrm>
            <a:off x="88678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82A0F052-94A5-45A3-B702-156C8F29E9C5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35"/>
          </p:nvPr>
        </p:nvSpPr>
        <p:spPr>
          <a:xfrm>
            <a:off x="88678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050D3BBE-E905-426A-B5C3-2E464A686A86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sldNum" idx="38"/>
          </p:nvPr>
        </p:nvSpPr>
        <p:spPr>
          <a:xfrm>
            <a:off x="88678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E75C2AAA-4A02-4688-8369-6818B232B789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sldNum" idx="41"/>
          </p:nvPr>
        </p:nvSpPr>
        <p:spPr>
          <a:xfrm>
            <a:off x="88678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43F04435-513E-4779-BEEF-DCE7B7FD0EC9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 type="sldNum" idx="44"/>
          </p:nvPr>
        </p:nvSpPr>
        <p:spPr>
          <a:xfrm>
            <a:off x="88678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C8A29F02-A520-49F5-8C1A-E4307656AB50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sldNum" idx="47"/>
          </p:nvPr>
        </p:nvSpPr>
        <p:spPr>
          <a:xfrm>
            <a:off x="88678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2EB7060F-6583-4F16-B001-DB8ECDC45D2E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" name="PlaceHolder 5"/>
          <p:cNvSpPr>
            <a:spLocks noGrp="1"/>
          </p:cNvSpPr>
          <p:nvPr>
            <p:ph type="sldNum" idx="50"/>
          </p:nvPr>
        </p:nvSpPr>
        <p:spPr>
          <a:xfrm>
            <a:off x="88678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2BC22F57-2E96-4803-97ED-3D00F70D1214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" name="PlaceHolder 6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3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sldNum" idx="53"/>
          </p:nvPr>
        </p:nvSpPr>
        <p:spPr>
          <a:xfrm>
            <a:off x="88678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BF0712CC-32AB-4955-8131-43999ED56A82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3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9" name="Диаграмма 8"/>
          <p:cNvGraphicFramePr/>
          <p:nvPr/>
        </p:nvGraphicFramePr>
        <p:xfrm>
          <a:off x="2031840" y="719640"/>
          <a:ext cx="8126640" cy="5417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 type="sldNum" idx="56"/>
          </p:nvPr>
        </p:nvSpPr>
        <p:spPr>
          <a:xfrm>
            <a:off x="88678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0A1D0391-E18A-4C57-8CBA-CB76F393C762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4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5" name="Диаграмма 7"/>
          <p:cNvGraphicFramePr/>
          <p:nvPr/>
        </p:nvGraphicFramePr>
        <p:xfrm>
          <a:off x="2031840" y="719640"/>
          <a:ext cx="8126640" cy="5417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PlaceHolder 1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sldNum" idx="59"/>
          </p:nvPr>
        </p:nvSpPr>
        <p:spPr>
          <a:xfrm>
            <a:off x="88678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B93C83B1-2453-4DAE-BE26-A3F94DA38DCC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4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9" name="Диаграмма 10"/>
          <p:cNvGraphicFramePr/>
          <p:nvPr/>
        </p:nvGraphicFramePr>
        <p:xfrm>
          <a:off x="2031840" y="719640"/>
          <a:ext cx="8126640" cy="5417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0" name="PlaceHolder 1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 type="sldNum" idx="62"/>
          </p:nvPr>
        </p:nvSpPr>
        <p:spPr>
          <a:xfrm>
            <a:off x="88678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23FA8357-6E64-4B95-945E-92C7A0052E95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4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3" name="Диаграмма 11"/>
          <p:cNvGraphicFramePr/>
          <p:nvPr/>
        </p:nvGraphicFramePr>
        <p:xfrm>
          <a:off x="2031840" y="719640"/>
          <a:ext cx="8126640" cy="5417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4" name="PlaceHolder 1"/>
          <p:cNvSpPr>
            <a:spLocks noGrp="1"/>
          </p:cNvSpPr>
          <p:nvPr>
            <p:ph type="ftr" idx="64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sldNum" idx="65"/>
          </p:nvPr>
        </p:nvSpPr>
        <p:spPr>
          <a:xfrm>
            <a:off x="88678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4355DD81-0ABC-46FB-9E48-DD266E514247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"/>
          <p:cNvSpPr txBox="1"/>
          <p:nvPr/>
        </p:nvSpPr>
        <p:spPr>
          <a:xfrm>
            <a:off x="5760000" y="1440000"/>
            <a:ext cx="6120000" cy="505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ru-RU" sz="4000" spc="-1" strike="noStrike">
                <a:solidFill>
                  <a:srgbClr val="000000"/>
                </a:solidFill>
                <a:latin typeface="Times New Roman"/>
              </a:rPr>
              <a:t>Праздничная презентация</a:t>
            </a:r>
            <a:endParaRPr b="0" lang="ru-RU" sz="4000" spc="-1" strike="noStrike">
              <a:solidFill>
                <a:srgbClr val="000000"/>
              </a:solidFill>
              <a:latin typeface="Arial"/>
            </a:endParaRPr>
          </a:p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Менткевич А.С. 201с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Box 1"/>
          <p:cNvSpPr/>
          <p:nvPr/>
        </p:nvSpPr>
        <p:spPr>
          <a:xfrm>
            <a:off x="883800" y="914400"/>
            <a:ext cx="101192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ru-RU" sz="3200" spc="-1" strike="noStrike">
                <a:solidFill>
                  <a:srgbClr val="034185"/>
                </a:solidFill>
                <a:latin typeface="Montserrat"/>
              </a:rPr>
              <a:t>23 Февраля — День защитника Отечества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Box 2"/>
          <p:cNvSpPr/>
          <p:nvPr/>
        </p:nvSpPr>
        <p:spPr>
          <a:xfrm>
            <a:off x="914400" y="1828800"/>
            <a:ext cx="5942880" cy="447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День защитника Отечества — один из самых важных 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праздников в России.</a:t>
            </a:r>
            <a:br>
              <a:rPr sz="1800"/>
            </a:b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В этот день мы поздравляем всех мужчин, 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защищающих нашу страну и наших близких.</a:t>
            </a:r>
            <a:br>
              <a:rPr sz="1800"/>
            </a:b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Желаем: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Крепкого здоровья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Мужества и силы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Удачи во всех начинаниях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Мирного неба над головой</a:t>
            </a:r>
            <a:br>
              <a:rPr sz="1800"/>
            </a:b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С праздником, дорогие защитники!</a:t>
            </a:r>
            <a:br>
              <a:rPr sz="1800"/>
            </a:b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0" name="Picture 3" descr="image.png"/>
          <p:cNvPicPr/>
          <p:nvPr/>
        </p:nvPicPr>
        <p:blipFill>
          <a:blip r:embed="rId1"/>
          <a:stretch/>
        </p:blipFill>
        <p:spPr>
          <a:xfrm>
            <a:off x="6400800" y="1371600"/>
            <a:ext cx="4571280" cy="4571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Box 1"/>
          <p:cNvSpPr/>
          <p:nvPr/>
        </p:nvSpPr>
        <p:spPr>
          <a:xfrm>
            <a:off x="784080" y="914400"/>
            <a:ext cx="1031868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ru-RU" sz="3200" spc="-1" strike="noStrike">
                <a:solidFill>
                  <a:srgbClr val="ff69b4"/>
                </a:solidFill>
                <a:latin typeface="Montserrat"/>
              </a:rPr>
              <a:t>8 Марта — Международный женский день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2"/>
          <p:cNvSpPr/>
          <p:nvPr/>
        </p:nvSpPr>
        <p:spPr>
          <a:xfrm>
            <a:off x="914400" y="1828800"/>
            <a:ext cx="5942880" cy="365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Дорогие женщины!</a:t>
            </a:r>
            <a:br>
              <a:rPr sz="1800"/>
            </a:b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Поздравляем вас с самым весенним 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и прекрасным праздником!</a:t>
            </a:r>
            <a:br>
              <a:rPr sz="1800"/>
            </a:b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Желаем: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Цветов, улыбок и внимания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Счастья и любви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Успехов во всех делах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Всегда оставаться такими же 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  прекрасными и неповторимыми!</a:t>
            </a:r>
            <a:br>
              <a:rPr sz="1800"/>
            </a:b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3" name="Picture 3" descr="image.png"/>
          <p:cNvPicPr/>
          <p:nvPr/>
        </p:nvPicPr>
        <p:blipFill>
          <a:blip r:embed="rId1"/>
          <a:stretch/>
        </p:blipFill>
        <p:spPr>
          <a:xfrm>
            <a:off x="6400800" y="1371600"/>
            <a:ext cx="4571280" cy="4571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Box 1"/>
          <p:cNvSpPr/>
          <p:nvPr/>
        </p:nvSpPr>
        <p:spPr>
          <a:xfrm>
            <a:off x="2935080" y="914400"/>
            <a:ext cx="601596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ru-RU" sz="3200" spc="-1" strike="noStrike">
                <a:solidFill>
                  <a:srgbClr val="ff69b4"/>
                </a:solidFill>
                <a:latin typeface="Montserrat"/>
              </a:rPr>
              <a:t>Вы — наше вдохновение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2"/>
          <p:cNvSpPr/>
          <p:nvPr/>
        </p:nvSpPr>
        <p:spPr>
          <a:xfrm>
            <a:off x="914400" y="1828800"/>
            <a:ext cx="594288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Женщины — это: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Источник тепла и уюта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Хранительницы семейного очага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Музы и вдохновительницы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Сила и нежность в одном лице</a:t>
            </a:r>
            <a:br>
              <a:rPr sz="1800"/>
            </a:b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Спасибо вам за вашу заботу, 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любовь и понимание!</a:t>
            </a:r>
            <a:br>
              <a:rPr sz="1800"/>
            </a:b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6" name="Picture 3" descr="image.png"/>
          <p:cNvPicPr/>
          <p:nvPr/>
        </p:nvPicPr>
        <p:blipFill>
          <a:blip r:embed="rId1"/>
          <a:stretch/>
        </p:blipFill>
        <p:spPr>
          <a:xfrm>
            <a:off x="6400800" y="1371600"/>
            <a:ext cx="4571280" cy="4571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Box 1"/>
          <p:cNvSpPr/>
          <p:nvPr/>
        </p:nvSpPr>
        <p:spPr>
          <a:xfrm>
            <a:off x="3098880" y="914400"/>
            <a:ext cx="568836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ru-RU" sz="3200" spc="-1" strike="noStrike">
                <a:solidFill>
                  <a:srgbClr val="ff69b4"/>
                </a:solidFill>
                <a:latin typeface="Montserrat"/>
              </a:rPr>
              <a:t>Весна начинается с вас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Box 2"/>
          <p:cNvSpPr/>
          <p:nvPr/>
        </p:nvSpPr>
        <p:spPr>
          <a:xfrm>
            <a:off x="914400" y="1828800"/>
            <a:ext cx="5942880" cy="255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8 Марта — праздник весны и красоты!</a:t>
            </a:r>
            <a:br>
              <a:rPr sz="1800"/>
            </a:b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Пусть в вашей жизни будет: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🌸 Много цветов и комплиментов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☀️ Яркого солнца и тепла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💖 Любви и гармонии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✨ Волшебства и чудес</a:t>
            </a:r>
            <a:br>
              <a:rPr sz="1800"/>
            </a:b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9" name="" descr=""/>
          <p:cNvPicPr/>
          <p:nvPr/>
        </p:nvPicPr>
        <p:blipFill>
          <a:blip r:embed="rId1"/>
          <a:stretch/>
        </p:blipFill>
        <p:spPr>
          <a:xfrm>
            <a:off x="6393960" y="1440000"/>
            <a:ext cx="5801400" cy="5423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Box 1"/>
          <p:cNvSpPr/>
          <p:nvPr/>
        </p:nvSpPr>
        <p:spPr>
          <a:xfrm>
            <a:off x="3202560" y="914400"/>
            <a:ext cx="548136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ru-RU" sz="3200" spc="-1" strike="noStrike">
                <a:solidFill>
                  <a:srgbClr val="ff69b4"/>
                </a:solidFill>
                <a:latin typeface="Montserrat"/>
              </a:rPr>
              <a:t>Вы достойны лучшего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2"/>
          <p:cNvSpPr/>
          <p:nvPr/>
        </p:nvSpPr>
        <p:spPr>
          <a:xfrm>
            <a:off x="914400" y="1828800"/>
            <a:ext cx="594288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Желаем вам: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Исполнения всех желаний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Реализации самых смелых планов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Карьерных успехов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Финансового благополучия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Путешествий и открытий</a:t>
            </a:r>
            <a:br>
              <a:rPr sz="1800"/>
            </a:b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Вы заслуживаете всего самого лучшего!</a:t>
            </a:r>
            <a:br>
              <a:rPr sz="1800"/>
            </a:b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2" name="Picture 3" descr="image.png"/>
          <p:cNvPicPr/>
          <p:nvPr/>
        </p:nvPicPr>
        <p:blipFill>
          <a:blip r:embed="rId1"/>
          <a:stretch/>
        </p:blipFill>
        <p:spPr>
          <a:xfrm>
            <a:off x="6400800" y="1371600"/>
            <a:ext cx="4571280" cy="4571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Box 1"/>
          <p:cNvSpPr/>
          <p:nvPr/>
        </p:nvSpPr>
        <p:spPr>
          <a:xfrm>
            <a:off x="3489120" y="914400"/>
            <a:ext cx="49082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ru-RU" sz="3200" spc="-1" strike="noStrike">
                <a:solidFill>
                  <a:srgbClr val="ff69b4"/>
                </a:solidFill>
                <a:latin typeface="Montserrat"/>
              </a:rPr>
              <a:t>Красота и мудрость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Box 2"/>
          <p:cNvSpPr/>
          <p:nvPr/>
        </p:nvSpPr>
        <p:spPr>
          <a:xfrm>
            <a:off x="914400" y="1828800"/>
            <a:ext cx="5942880" cy="31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В женщине сочетается 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невозможное:</a:t>
            </a:r>
            <a:br>
              <a:rPr sz="1800"/>
            </a:b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💫 Нежность и сила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🌺 Красота и мудрость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🎨 Творчество и логика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💎 Хрупкость и стойкость</a:t>
            </a:r>
            <a:br>
              <a:rPr sz="1800"/>
            </a:b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Вы — настоящее чудо природы!</a:t>
            </a:r>
            <a:br>
              <a:rPr sz="1800"/>
            </a:b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5" name="Picture 3" descr="image.png"/>
          <p:cNvPicPr/>
          <p:nvPr/>
        </p:nvPicPr>
        <p:blipFill>
          <a:blip r:embed="rId1"/>
          <a:stretch/>
        </p:blipFill>
        <p:spPr>
          <a:xfrm>
            <a:off x="6400800" y="1371600"/>
            <a:ext cx="4571280" cy="4571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Box 1"/>
          <p:cNvSpPr/>
          <p:nvPr/>
        </p:nvSpPr>
        <p:spPr>
          <a:xfrm>
            <a:off x="3728160" y="914400"/>
            <a:ext cx="442980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ru-RU" sz="3200" spc="-1" strike="noStrike">
                <a:solidFill>
                  <a:srgbClr val="ff69b4"/>
                </a:solidFill>
                <a:latin typeface="Montserrat"/>
              </a:rPr>
              <a:t>Семейное счастье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2"/>
          <p:cNvSpPr/>
          <p:nvPr/>
        </p:nvSpPr>
        <p:spPr>
          <a:xfrm>
            <a:off x="914400" y="1828800"/>
            <a:ext cx="594288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Желаем вам: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Крепкой и любящей семьи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Понимания и поддержки близких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Детского смеха в доме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Уюта и гармонии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Совместных радостных моментов</a:t>
            </a:r>
            <a:br>
              <a:rPr sz="1800"/>
            </a:b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Семья — это главное богатство!</a:t>
            </a:r>
            <a:br>
              <a:rPr sz="1800"/>
            </a:b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8" name="Picture 3" descr="image.png"/>
          <p:cNvPicPr/>
          <p:nvPr/>
        </p:nvPicPr>
        <p:blipFill>
          <a:blip r:embed="rId1"/>
          <a:stretch/>
        </p:blipFill>
        <p:spPr>
          <a:xfrm>
            <a:off x="6400800" y="1371600"/>
            <a:ext cx="4571280" cy="4571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Box 1"/>
          <p:cNvSpPr/>
          <p:nvPr/>
        </p:nvSpPr>
        <p:spPr>
          <a:xfrm>
            <a:off x="3516480" y="914400"/>
            <a:ext cx="485316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ru-RU" sz="3200" spc="-1" strike="noStrike">
                <a:solidFill>
                  <a:srgbClr val="ff69b4"/>
                </a:solidFill>
                <a:latin typeface="Montserrat"/>
              </a:rPr>
              <a:t>Здоровье и энергия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Box 2"/>
          <p:cNvSpPr/>
          <p:nvPr/>
        </p:nvSpPr>
        <p:spPr>
          <a:xfrm>
            <a:off x="914400" y="1828800"/>
            <a:ext cx="594288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Берегите себя!</a:t>
            </a:r>
            <a:br>
              <a:rPr sz="1800"/>
            </a:b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Желаем: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💪 Крепкого здоровья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⚡ Бодрости и энергии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🧘‍♀️ Душевного равновесия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😊 Оптимизма и радости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🌟 Долгих и счастливых лет</a:t>
            </a:r>
            <a:br>
              <a:rPr sz="1800"/>
            </a:b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Вы deserve быть счастливыми!</a:t>
            </a:r>
            <a:br>
              <a:rPr sz="1800"/>
            </a:b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1" name="Picture 3" descr="image.png"/>
          <p:cNvPicPr/>
          <p:nvPr/>
        </p:nvPicPr>
        <p:blipFill>
          <a:blip r:embed="rId1"/>
          <a:stretch/>
        </p:blipFill>
        <p:spPr>
          <a:xfrm>
            <a:off x="6400800" y="1371600"/>
            <a:ext cx="4571280" cy="4571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Box 1"/>
          <p:cNvSpPr/>
          <p:nvPr/>
        </p:nvSpPr>
        <p:spPr>
          <a:xfrm>
            <a:off x="2993040" y="914400"/>
            <a:ext cx="590040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ru-RU" sz="3200" spc="-1" strike="noStrike">
                <a:solidFill>
                  <a:srgbClr val="ff69b4"/>
                </a:solidFill>
                <a:latin typeface="Montserrat"/>
              </a:rPr>
              <a:t>Творчество и увлечения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Box 2"/>
          <p:cNvSpPr/>
          <p:nvPr/>
        </p:nvSpPr>
        <p:spPr>
          <a:xfrm>
            <a:off x="914400" y="1828800"/>
            <a:ext cx="594288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Находите время для себя!</a:t>
            </a:r>
            <a:br>
              <a:rPr sz="1800"/>
            </a:b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Занимайтесь любимым делом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Развивайте таланты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Открывайте новое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Творите и мечтайте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• Наслаждайтесь жизнью</a:t>
            </a:r>
            <a:br>
              <a:rPr sz="1800"/>
            </a:b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Жизнь слишком коротка, 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чтобы не быть счастливой!</a:t>
            </a:r>
            <a:br>
              <a:rPr sz="1800"/>
            </a:b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4" name="Picture 3" descr="image.png"/>
          <p:cNvPicPr/>
          <p:nvPr/>
        </p:nvPicPr>
        <p:blipFill>
          <a:blip r:embed="rId1"/>
          <a:stretch/>
        </p:blipFill>
        <p:spPr>
          <a:xfrm>
            <a:off x="6400800" y="1371600"/>
            <a:ext cx="4571280" cy="4571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Box 1"/>
          <p:cNvSpPr/>
          <p:nvPr/>
        </p:nvSpPr>
        <p:spPr>
          <a:xfrm>
            <a:off x="4586400" y="914400"/>
            <a:ext cx="271368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ru-RU" sz="3200" spc="-1" strike="noStrike">
                <a:solidFill>
                  <a:srgbClr val="ff69b4"/>
                </a:solidFill>
                <a:latin typeface="Montserrat"/>
              </a:rPr>
              <a:t>С 8 Марта!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Box 2"/>
          <p:cNvSpPr/>
          <p:nvPr/>
        </p:nvSpPr>
        <p:spPr>
          <a:xfrm>
            <a:off x="914400" y="1828800"/>
            <a:ext cx="5942880" cy="39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Дорогие женщины!</a:t>
            </a:r>
            <a:br>
              <a:rPr sz="1800"/>
            </a:b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Пусть каждый день будет 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праздником для вас!</a:t>
            </a:r>
            <a:br>
              <a:rPr sz="1800"/>
            </a:b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🌹 Цветы круглый год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💝 Любовь и забота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🎁 Приятные сюрпризы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🥂 Праздничное настроение</a:t>
            </a:r>
            <a:br>
              <a:rPr sz="1800"/>
            </a:b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С Международным женским днем!</a:t>
            </a:r>
            <a:br>
              <a:rPr sz="1800"/>
            </a:br>
            <a:r>
              <a:rPr b="0" lang="ru-RU" sz="1800" spc="-1" strike="noStrike">
                <a:solidFill>
                  <a:srgbClr val="034185"/>
                </a:solidFill>
                <a:latin typeface="Montserrat"/>
              </a:rPr>
              <a:t>Ура! Ура! Ура!</a:t>
            </a:r>
            <a:br>
              <a:rPr sz="1800"/>
            </a:b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7" name="Picture 3" descr="image.png"/>
          <p:cNvPicPr/>
          <p:nvPr/>
        </p:nvPicPr>
        <p:blipFill>
          <a:blip r:embed="rId1"/>
          <a:stretch/>
        </p:blipFill>
        <p:spPr>
          <a:xfrm>
            <a:off x="6400800" y="1371600"/>
            <a:ext cx="4571280" cy="4571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1523880" y="2299680"/>
            <a:ext cx="9142560" cy="87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6000" spc="-1" strike="noStrike">
                <a:solidFill>
                  <a:schemeClr val="lt1"/>
                </a:solidFill>
                <a:latin typeface="Times New Roman"/>
              </a:rPr>
              <a:t>Спасибо за внимание!</a:t>
            </a:r>
            <a:endParaRPr b="0" lang="ru-RU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subTitle"/>
          </p:nvPr>
        </p:nvSpPr>
        <p:spPr>
          <a:xfrm>
            <a:off x="1523880" y="3855960"/>
            <a:ext cx="9142560" cy="232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chemeClr val="lt1"/>
                </a:solidFill>
                <a:latin typeface="Times New Roman"/>
              </a:rPr>
              <a:t>Наши контакты: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400" spc="-1" strike="noStrike">
                <a:solidFill>
                  <a:schemeClr val="lt1"/>
                </a:solidFill>
                <a:latin typeface="Times New Roman"/>
              </a:rPr>
              <a:t>117105, г. Москва, Варшавское шоссе, д. 16А   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400" spc="-1" strike="noStrike">
                <a:solidFill>
                  <a:schemeClr val="lt1"/>
                </a:solidFill>
                <a:latin typeface="Times New Roman"/>
              </a:rPr>
              <a:t>тел.: 8 (499)418-00-02   e-mail: mkramn@inbox.ru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lt1"/>
                </a:solidFill>
                <a:latin typeface="Times New Roman"/>
              </a:rPr>
              <a:t>www.mkramn.ru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LibreOffice/7.6.7.2$Linux_X86_64 LibreOffice_project/60$Build-2</Application>
  <AppVersion>15.0000</AppVersion>
  <Words>141</Words>
  <Paragraphs>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2020-04-25T15:42:00Z</dcterms:created>
  <dc:creator>Andrey PlP</dc:creator>
  <dc:description/>
  <dc:language>ru-RU</dc:language>
  <cp:lastModifiedBy/>
  <dcterms:modified xsi:type="dcterms:W3CDTF">2026-03-07T10:12:37Z</dcterms:modified>
  <cp:revision>54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FAFB7367369743A481923895EC17D1E5_13</vt:lpwstr>
  </property>
  <property fmtid="{D5CDD505-2E9C-101B-9397-08002B2CF9AE}" pid="3" name="KSOProductBuildVer">
    <vt:lpwstr>1049-12.2.0.19307</vt:lpwstr>
  </property>
  <property fmtid="{D5CDD505-2E9C-101B-9397-08002B2CF9AE}" pid="4" name="PresentationFormat">
    <vt:lpwstr>Произвольный</vt:lpwstr>
  </property>
  <property fmtid="{D5CDD505-2E9C-101B-9397-08002B2CF9AE}" pid="5" name="Slides">
    <vt:i4>11</vt:i4>
  </property>
</Properties>
</file>